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1945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BUNDLE BUILDER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DDDDD"/>
                </a:solidFill>
                <a:latin typeface="Calibri"/>
              </a:rPr>
              <a:t>Theme-native bundles for Al Moallem Mill · Metaobjects + Metafields · Arabic &amp;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Administrator training deck · almoallemmill.com · KWD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📦  اصنع طقمك الخاص — Build Your Own Bundle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100% theme-native — no external app, no external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SHOPIFY ADMIN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Metaobjects (bundle_v4)
Product metafields (bundle.*)
Discount codes (tier minimums)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6304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THEME (Copy of v4)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sections/bundle-builder-pro.liquid
snippets/bundle-pro-card.liquid
assets/bundle-pro.js + .css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STOREFRONT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&lt;bundle-builder-pro&gt; element
Live pricing · drag &amp; drop
Ajax Cart + discount code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148840"/>
            <a:ext cx="640080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2148840"/>
            <a:ext cx="640080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200400"/>
            <a:ext cx="11155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Liquid renders everything server-side</a:t>
            </a:r>
            <a:r>
              <a:rPr sz="1500">
                <a:solidFill>
                  <a:srgbClr val="6B7280"/>
                </a:solidFill>
              </a:rPr>
              <a:t> — bundle config, products, prices come straight from Shopify — fast and SEO-friendly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JavaScript only manages interaction</a:t>
            </a:r>
            <a:r>
              <a:rPr sz="1500">
                <a:solidFill>
                  <a:srgbClr val="6B7280"/>
                </a:solidFill>
              </a:rPr>
              <a:t> — selection, live totals, wizard steps, add-to-cart — ~12 KB, zero dependencies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Checkout integrity</a:t>
            </a:r>
            <a:r>
              <a:rPr sz="1500">
                <a:solidFill>
                  <a:srgbClr val="6B7280"/>
                </a:solidFill>
              </a:rPr>
              <a:t> — every discount tier maps to a real Shopify discount code with a minimum-quantity rule; Shopify validates server-side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Coexists with the legacy builder</a:t>
            </a:r>
            <a:r>
              <a:rPr sz="1500">
                <a:solidFill>
                  <a:srgbClr val="6B7280"/>
                </a:solidFill>
              </a:rPr>
              <a:t> — the original settings-driven bundle-builder section keeps powering existing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Metaobjects Structure — bundle_v4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Admin → Content → Metaobjects → Bundle V4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1945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Identity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name / name_ar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description / description_ar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image (hero)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badge / badge_ar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custom_css_class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1945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Rules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bundle_type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min_products / max_products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bundle_limit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status (active/inactive)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start_date / end_date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priority (sort order)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371600"/>
            <a:ext cx="21945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Products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collections (source)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required_products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excluded_products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tag_filter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vendor_filter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21945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Discounts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discount_type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discount_value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discount_code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tier_discounts (JSON + per-tier code)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free_gift_product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free_gift_threshold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1371600"/>
            <a:ext cx="21945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Display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show_savings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show_progress_bar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enable_search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desktop_columns</a:t>
            </a:r>
          </a:p>
          <a:p>
            <a:pPr algn="l"/>
            <a:r>
              <a:rPr sz="1150">
                <a:solidFill>
                  <a:srgbClr val="6B7280"/>
                </a:solidFill>
              </a:rPr>
              <a:t>· mobile_columns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85216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Tier JSON example:  [{"min_qty":3, "discount":10, "code":"NUTSBOX10", "label":"Choose 3: Save 10%", "label_ar":"اختر 3: وفر 10%"}]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Product Metafields — namespace `bundle`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Admin → Products → (product) → Metafields · fine-grained per-product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Calibri"/>
              </a:rPr>
              <a:t>enable_bundle_builder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Calibri"/>
              </a:rPr>
              <a:t>boolean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Opt the product into bundle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Calibri"/>
              </a:rPr>
              <a:t>bundle_eligibility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9385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Calibri"/>
              </a:rPr>
              <a:t>text (all / bundle_only / excluded)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385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Where the product may appear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0545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Calibri"/>
              </a:rPr>
              <a:t>bundle_priority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0545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Calibri"/>
              </a:rPr>
              <a:t>integer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50545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Lower numbers sort first in bundle grids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7238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Calibri"/>
              </a:rPr>
              <a:t>bundle_category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07238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Calibri"/>
              </a:rPr>
              <a:t>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0723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Free-form grouping label for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39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Calibri"/>
              </a:rPr>
              <a:t>badge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6393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Calibri"/>
              </a:rPr>
              <a:t>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6393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Badge shown on the product's bundle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Calibri"/>
              </a:rPr>
              <a:t>exclude_from_bundle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Calibri"/>
              </a:rPr>
              <a:t>boolean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Hide from every bundle builder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731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Calibri"/>
              </a:rPr>
              <a:t>bundle_image_override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7731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Calibri"/>
              </a:rPr>
              <a:t>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731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Alternate image inside the builder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400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Calibri"/>
              </a:rPr>
              <a:t>bundle_price_override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3400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Calibri"/>
              </a:rPr>
              <a:t>money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3400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Display-only price inside bundles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441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7D36"/>
                </a:solidFill>
                <a:latin typeface="Calibri"/>
              </a:rPr>
              <a:t>Already set as examples: بهارات مشكلة (badge + priority 1) · بهارات ماجي (priority 2) · بابونج (excluded)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Bundle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Set per bundle in the metaobject's bundle_type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Mix &amp; Match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Pick freely from source collections; tiered savings as quantity grows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004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</a:rPr>
              <a:t>mix_match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6304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Fixed Bundle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Locked contents from required_products; one-click add at bundle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7004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</a:rPr>
              <a:t>fixed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46304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Box Builder (steps)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One collection = one step; guided next/back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67004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</a:rPr>
              <a:t>wizard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Quantity Break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Per-unit price improves at tier quantities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9884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</a:rPr>
              <a:t>quantity_break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29184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Buy X Get Y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Cheapest item per group discounted (100% = free)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9884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</a:rPr>
              <a:t>bxgy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29184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Collection Box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Grid of all source collections with a side 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449884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</a:rPr>
              <a:t>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Calibri"/>
              </a:rPr>
              <a:t>Live examples on your store:</a:t>
            </a:r>
          </a:p>
          <a:p>
            <a:pPr algn="l"/>
            <a:r>
              <a:rPr sz="1400" b="0">
                <a:solidFill>
                  <a:srgbClr val="141414"/>
                </a:solidFill>
                <a:latin typeface="Calibri"/>
              </a:rPr>
              <a:t>· Premium Spice Gift Box (mix_match, 3→10% / 5→20%)   · Build Your Own Nuts Box (3→10% / 5→20% / 7→25%)   · Ramadan Gift Hamper (wizard, 6→15% / 9→20%)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Discounts Are Calculated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UI shows it live — Shopify enforces it at checkout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1 · Select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Customer adds items;
JS totals quantity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544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2 · Match tier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tier_discounts JSON:
highest tier ≤ quantity wins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78608" y="2331720"/>
            <a:ext cx="164592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15544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3 · Show savings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Subtotal − tier % =
live total in the rail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10328" y="2331720"/>
            <a:ext cx="164592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5544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4 · Apply code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/discount/CODE primes the
tier's real discount code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42048" y="2331720"/>
            <a:ext cx="164592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38360" y="15544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5 · Checkout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Shopify validates the code's
min-quantity rule server-side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73768" y="2331720"/>
            <a:ext cx="164592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56616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Why discount codes?</a:t>
            </a:r>
            <a:r>
              <a:rPr sz="1500">
                <a:solidFill>
                  <a:srgbClr val="6B7280"/>
                </a:solidFill>
              </a:rPr>
              <a:t> — a theme cannot create discounts by itself — codes created once in Admin keep checkout honest with zero apps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Per-tier codes with minimums</a:t>
            </a:r>
            <a:r>
              <a:rPr sz="1500">
                <a:solidFill>
                  <a:srgbClr val="6B7280"/>
                </a:solidFill>
              </a:rPr>
              <a:t> — NUTSBOX25 requires 7+ items from the nuts collection; customers can't misuse a deep code on one item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Code scoping</a:t>
            </a:r>
            <a:r>
              <a:rPr sz="1500">
                <a:solidFill>
                  <a:srgbClr val="6B7280"/>
                </a:solidFill>
              </a:rPr>
              <a:t> — each code only discounts the bundle's source collections, so unrelated cart items are never discounted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KWD precision</a:t>
            </a:r>
            <a:r>
              <a:rPr sz="1500">
                <a:solidFill>
                  <a:srgbClr val="6B7280"/>
                </a:solidFill>
              </a:rPr>
              <a:t> — all math uses 3-decimal minor units (fils) — totals always match Shopify to the fils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Theme Customizer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Online Store → Customize → Bundle Builder Pro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Bundle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3258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Pick a Bundle V4 metaobject (or auto-show highest priority active) · products per collection · hide sold-out · redirect to cart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4767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Catalog + side rail or stacked · grid/list view · desktop columns 2–6 · mobile columns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946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Colors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56946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Background, text, accent, button text, card, borders, badge bg/text, savings highlight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9125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Typography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19125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Heading size 20–64px · body size 12–20px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130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Cards &amp; buttons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81304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Soft shadow / outlined / flat cards · corner radius · button radius · border width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Badges / progress / discounts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434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Pill, ribbon or minimal badges · tiered / simple / dots progress · % and/or amount display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566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Motion &amp; spacing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0566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Animations on/off (respects prefers-reduced-motion) · grid gap · section padding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7842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Language &amp;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67842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RTL automatic for Arabic · force-RTL switch for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Admin Workflow — Create a Bundle in 5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No code, no theme edits — pure Shopify 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1 · Metaobject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Content → Metaobjects →
Bundle V4 → Add 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5448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2 · Fill fields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Name AR/EN, type, min/max,
collections, tiers 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78608" y="2377440"/>
            <a:ext cx="164592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155448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3 · Discount codes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Discounts → create one code
per tier with min quantity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10328" y="2377440"/>
            <a:ext cx="164592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55448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4 · Set active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status = active
(+ optional start/end dates)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42048" y="2377440"/>
            <a:ext cx="164592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38360" y="155448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5 · Publish page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Pages → new page with
template page.bundle-pro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73768" y="2377440"/>
            <a:ext cx="164592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6576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Managing bundles</a:t>
            </a:r>
            <a:r>
              <a:rPr sz="1500">
                <a:solidFill>
                  <a:srgbClr val="6B7280"/>
                </a:solidFill>
              </a:rPr>
              <a:t> — edit the metaobject — changes appear on the storefront immediately, no theme publish needed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Scheduling</a:t>
            </a:r>
            <a:r>
              <a:rPr sz="1500">
                <a:solidFill>
                  <a:srgbClr val="6B7280"/>
                </a:solidFill>
              </a:rPr>
              <a:t> — start_date / end_date auto-show and auto-hide the bundle; status=inactive hides it instantly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Multiple bundles</a:t>
            </a:r>
            <a:r>
              <a:rPr sz="1500">
                <a:solidFill>
                  <a:srgbClr val="6B7280"/>
                </a:solidFill>
              </a:rPr>
              <a:t> — create unlimited entries; each page section picks its own bundle, or auto-shows the top-priority active one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Seasonal swaps</a:t>
            </a:r>
            <a:r>
              <a:rPr sz="1500">
                <a:solidFill>
                  <a:srgbClr val="6B7280"/>
                </a:solidFill>
              </a:rPr>
              <a:t> — duplicate an entry, adjust collections + tiers, flip statuses — the Eid box becomes the National Day box in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Customer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Mobile-first, Arabic RTL &amp; English LTR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Land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Hero, badge, bilingual copy;
progress bar with tier markers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5448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Build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Tap + or drag to the rail;
variant &amp; quantity per product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78608" y="2377440"/>
            <a:ext cx="164592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155448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See savings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Live subtotal, −%, total;
“Add 2 more to save 25%”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10328" y="2377440"/>
            <a:ext cx="164592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55448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Unlock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Tier celebrate message;
free gift slot fills at threshold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42048" y="2377440"/>
            <a:ext cx="164592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38360" y="155448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400" b="1">
                <a:solidFill>
                  <a:srgbClr val="141414"/>
                </a:solidFill>
              </a:rPr>
              <a:t>Add to cart</a:t>
            </a:r>
          </a:p>
          <a:p>
            <a:pPr algn="ctr"/>
            <a:r>
              <a:rPr sz="1200">
                <a:solidFill>
                  <a:srgbClr val="6B7280"/>
                </a:solidFill>
              </a:rPr>
              <a:t>One atomic Ajax add;
code pre-applied → checkout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73768" y="2377440"/>
            <a:ext cx="164592" cy="0"/>
          </a:xfrm>
          <a:prstGeom prst="bentConnector3">
            <a:avLst/>
          </a:prstGeom>
          <a:ln w="254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6576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RTL Arabic</a:t>
            </a:r>
            <a:r>
              <a:rPr sz="1500">
                <a:solidFill>
                  <a:srgbClr val="6B7280"/>
                </a:solidFill>
              </a:rPr>
              <a:t> — layout mirrors automatically via CSS logical properties; all UI strings ship in both languages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Out of stock</a:t>
            </a:r>
            <a:r>
              <a:rPr sz="1500">
                <a:solidFill>
                  <a:srgbClr val="6B7280"/>
                </a:solidFill>
              </a:rPr>
              <a:t> — sold-out variants are disabled, tracked inventory caps quantities, sold-out products can be hidden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Mobile</a:t>
            </a:r>
            <a:r>
              <a:rPr sz="1500">
                <a:solidFill>
                  <a:srgbClr val="6B7280"/>
                </a:solidFill>
              </a:rPr>
              <a:t> — rail becomes a bottom sheet with safe-area padding; quick-view always visible (no hover on touch)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</a:rPr>
              <a:t>▪  Accessibility</a:t>
            </a:r>
            <a:r>
              <a:rPr sz="1500">
                <a:solidFill>
                  <a:srgbClr val="6B7280"/>
                </a:solidFill>
              </a:rPr>
              <a:t> — aria-live totals, focus-visible controls, keyboard path (+/−) equivalent to drag &amp; drop, reduced-motion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Files added to theme 'Copy of v4'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sections/bundle-builder-pro.liquid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Reads the metaobject, validates status/schedule, renders groups, prints config JSON, 40+ customizer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snippets/bundle-pro-card.liquid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29968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Product card honoring bundle.* metafields (badge, image/price override), variant select, stepper, quick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assets/bundle-pro.js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88336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&lt;bundle-builder-pro&gt; custom element — selection, pricing engines, drag &amp; drop, wizard, cart,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assets/bundle-pro.css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46704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Logical-properties CSS (auto-RTL), 3 card styles, 3 progress styles, bottom-sheet mobile 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0507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templates/page.bundle-pro.json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005072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OS 2.0 page template — assign to any page to get a full bundle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</a:rPr>
              <a:t>▪  Events for tracking</a:t>
            </a:r>
            <a:r>
              <a:rPr sz="1400">
                <a:solidFill>
                  <a:srgbClr val="6B7280"/>
                </a:solidFill>
              </a:rPr>
              <a:t> — bundle:view, bundle:item_added, bundle:add_to_cart CustomEvents + GA4 dataLayer + Meta fbq + Shopify.analytics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</a:rPr>
              <a:t>▪  Cart drawer</a:t>
            </a:r>
            <a:r>
              <a:rPr sz="1400">
                <a:solidFill>
                  <a:srgbClr val="6B7280"/>
                </a:solidFill>
              </a:rPr>
              <a:t> — dispatches the theme's cart:refresh event after adding — same hook the legacy builder uses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</a:rPr>
              <a:t>▪  Performance</a:t>
            </a:r>
            <a:r>
              <a:rPr sz="1400">
                <a:solidFill>
                  <a:srgbClr val="6B7280"/>
                </a:solidFill>
              </a:rPr>
              <a:t> — lazy images via Shopify CDN, deferred JS, sticky elements over scroll listeners, zero dependencies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Customization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</a:rPr>
              <a:t>▪  Change look &amp; feel</a:t>
            </a:r>
            <a:r>
              <a:rPr sz="1500">
                <a:solidFill>
                  <a:srgbClr val="6B7280"/>
                </a:solidFill>
              </a:rPr>
              <a:t> — everything visual lives in the section's customizer settings — colors, typography, card style, radius, spacing, animations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</a:rPr>
              <a:t>▪  Per-bundle CSS</a:t>
            </a:r>
            <a:r>
              <a:rPr sz="1500">
                <a:solidFill>
                  <a:srgbClr val="6B7280"/>
                </a:solidFill>
              </a:rPr>
              <a:t> — set custom_css_class on the metaobject (e.g. 'eid-theme') and target .eid-theme in custom CSS for one-off styling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</a:rPr>
              <a:t>▪  New tier structure</a:t>
            </a:r>
            <a:r>
              <a:rPr sz="1500">
                <a:solidFill>
                  <a:srgbClr val="6B7280"/>
                </a:solidFill>
              </a:rPr>
              <a:t> — edit tier_discounts JSON; create a matching discount code with the same minimum quantity; add the code to the tier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</a:rPr>
              <a:t>▪  Free gift</a:t>
            </a:r>
            <a:r>
              <a:rPr sz="1500">
                <a:solidFill>
                  <a:srgbClr val="6B7280"/>
                </a:solidFill>
              </a:rPr>
              <a:t> — set free_gift_product + free_gift_threshold on the metaobject — the gift slot and messaging appear automatically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</a:rPr>
              <a:t>▪  Another bundle page</a:t>
            </a:r>
            <a:r>
              <a:rPr sz="1500">
                <a:solidFill>
                  <a:srgbClr val="6B7280"/>
                </a:solidFill>
              </a:rPr>
              <a:t> — Pages → Add page → theme template 'bundle-pro' → in the customizer pick the bundle for that page's section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</a:rPr>
              <a:t>▪  Embed on any page</a:t>
            </a:r>
            <a:r>
              <a:rPr sz="1500">
                <a:solidFill>
                  <a:srgbClr val="6B7280"/>
                </a:solidFill>
              </a:rPr>
              <a:t> — the section has a preset — add 'Bundle Builder Pro' from Add section → pick a bundle; works on home, collection, landing pages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</a:rPr>
              <a:t>▪  Translations</a:t>
            </a:r>
            <a:r>
              <a:rPr sz="1500">
                <a:solidFill>
                  <a:srgbClr val="6B7280"/>
                </a:solidFill>
              </a:rPr>
              <a:t> — metaobject *_ar fields drive Arabic content; UI strings auto-switch by locale; add languages by extending the i18n JSON in the section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</a:rPr>
              <a:t>▪  Developer extension points</a:t>
            </a:r>
            <a:r>
              <a:rPr sz="1500">
                <a:solidFill>
                  <a:srgbClr val="6B7280"/>
                </a:solidFill>
              </a:rPr>
              <a:t> — discount engines live in #discount() in bundle-pro.js; new bundle types = one switch case + a bundle_type value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Troubleshooting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41414"/>
                </a:solidFill>
                <a:latin typeface="Calibri"/>
              </a:rPr>
              <a:t>⚠ Bundle doesn't appear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3258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Check status=active, start/end dates, and that the section picked the right metaobject (or any active one exists)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476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41414"/>
                </a:solidFill>
                <a:latin typeface="Calibri"/>
              </a:rPr>
              <a:t>⚠ Discount not at 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47672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The tier's code must exist in Discounts, be active, and its minimum quantity must match the tier's min_qty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946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41414"/>
                </a:solidFill>
                <a:latin typeface="Calibri"/>
              </a:rPr>
              <a:t>⚠ Wrong products showing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569464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Check source collections, excluded_products, tag/vendor filters, and the product's exclude_from_bundle metafield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9125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41414"/>
                </a:solidFill>
                <a:latin typeface="Calibri"/>
              </a:rPr>
              <a:t>⚠ Prices look 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191256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KWD uses 3 decimals — compare with the variant price in Admin; price_override is display-only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130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41414"/>
                </a:solidFill>
                <a:latin typeface="Calibri"/>
              </a:rPr>
              <a:t>⚠ Arabic not mirrored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81304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RTL keys off the ar locale — verify Arabic is published in Settings → Languages and the URL is the /ar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41414"/>
                </a:solidFill>
                <a:latin typeface="Calibri"/>
              </a:rPr>
              <a:t>⚠ Section missing in editor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4348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Files live on 'Copy of v4' — preview/publish that theme, or copy the 5 files to another 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5663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41414"/>
                </a:solidFill>
                <a:latin typeface="Calibri"/>
              </a:rPr>
              <a:t>⚠ Free gift not added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056632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free_gift_product must have an available variant and threshold &gt; 0; gift adds at cart time with _free_gift property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7842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41414"/>
                </a:solidFill>
                <a:latin typeface="Calibri"/>
              </a:rPr>
              <a:t>⚠ Drag &amp; drop not working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678424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Drag is desktop-only by design — the + button is the universal path (and the accessible one)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41414"/>
                </a:solidFill>
              </a:rPr>
              <a:t>▪  Create / edit bundles</a:t>
            </a:r>
            <a:r>
              <a:rPr sz="1600">
                <a:solidFill>
                  <a:srgbClr val="6B7280"/>
                </a:solidFill>
              </a:rPr>
              <a:t> — Admin → Content → Metaobjects → Bundle V4 Configuration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41414"/>
                </a:solidFill>
              </a:rPr>
              <a:t>▪  Per-product control</a:t>
            </a:r>
            <a:r>
              <a:rPr sz="1600">
                <a:solidFill>
                  <a:srgbClr val="6B7280"/>
                </a:solidFill>
              </a:rPr>
              <a:t> — Admin → Products → Metafields (bundle.* fields)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41414"/>
                </a:solidFill>
              </a:rPr>
              <a:t>▪  Discount codes</a:t>
            </a:r>
            <a:r>
              <a:rPr sz="1600">
                <a:solidFill>
                  <a:srgbClr val="6B7280"/>
                </a:solidFill>
              </a:rPr>
              <a:t> — Admin → Discounts (one code per tier, minimum quantity = tier min_qty)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41414"/>
                </a:solidFill>
              </a:rPr>
              <a:t>▪  Design</a:t>
            </a:r>
            <a:r>
              <a:rPr sz="1600">
                <a:solidFill>
                  <a:srgbClr val="6B7280"/>
                </a:solidFill>
              </a:rPr>
              <a:t> — Online Store → Customize → Bundle Builder Pro section settings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41414"/>
                </a:solidFill>
              </a:rPr>
              <a:t>▪  Bundle pages</a:t>
            </a:r>
            <a:r>
              <a:rPr sz="1600">
                <a:solidFill>
                  <a:srgbClr val="6B7280"/>
                </a:solidFill>
              </a:rPr>
              <a:t> — Online Store → Pages → template 'bundle-pro'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41414"/>
                </a:solidFill>
              </a:rPr>
              <a:t>▪  Live samples</a:t>
            </a:r>
            <a:r>
              <a:rPr sz="1600">
                <a:solidFill>
                  <a:srgbClr val="6B7280"/>
                </a:solidFill>
              </a:rPr>
              <a:t> — Premium Spice Gift Box · Build Your Own Nuts Box · Ramadan Gift Hamper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A7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Bundles managed entirely from Shopify Admin — no app fees, no external servers, AR + EN, KWD-exact.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